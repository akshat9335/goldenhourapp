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sih.gov.in/" TargetMode="External"/><Relationship Id="rId4" Type="http://schemas.openxmlformats.org/officeDocument/2006/relationships/hyperlink" Target="https://abdm.gov.in/" TargetMode="External"/><Relationship Id="rId5" Type="http://schemas.openxmlformats.org/officeDocument/2006/relationships/hyperlink" Target="https://www.mohfw.gov.in/" TargetMode="External"/><Relationship Id="rId6" Type="http://schemas.openxmlformats.org/officeDocument/2006/relationships/hyperlink" Target="https://esanjeevani.mohfw.gov.in/assets/guidelines/Telemedicine_Practice_Guidelines.pdf" TargetMode="External"/><Relationship Id="rId7" Type="http://schemas.openxmlformats.org/officeDocument/2006/relationships/hyperlink" Target="https://github.com/akshat9335/GoldenHourApp.git" TargetMode="External"/><Relationship Id="rId8" Type="http://schemas.openxmlformats.org/officeDocument/2006/relationships/hyperlink" Target="https://drive.google.com/file/d/13T6n8MtCcO78936hAwHKXWWar8z5qT0l/view?usp=drivesdk" TargetMode="External"/><Relationship Id="rId9" Type="http://schemas.openxmlformats.org/officeDocument/2006/relationships/hyperlink" Target="https://drive.google.com/file/d/1DjNVllfmDO0dMCmqSco1yLzNUFJ_s1Ie/view?usp=drivesd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0025" y="1228725"/>
            <a:ext cx="5638800" cy="56673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00025" y="1795462"/>
            <a:ext cx="5638800" cy="56673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200025" y="2362200"/>
            <a:ext cx="5638800" cy="56673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200025" y="2928937"/>
            <a:ext cx="5638800" cy="56673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200025" y="3556000"/>
            <a:ext cx="5638800" cy="31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200025" y="4000500"/>
            <a:ext cx="5638800" cy="31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200025" y="4343400"/>
            <a:ext cx="5638800" cy="33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