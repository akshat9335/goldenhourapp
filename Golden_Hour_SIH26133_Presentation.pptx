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sih.gov.in/" TargetMode="External"/><Relationship Id="rId4" Type="http://schemas.openxmlformats.org/officeDocument/2006/relationships/hyperlink" Target="https://abdm.gov.in/" TargetMode="External"/><Relationship Id="rId5" Type="http://schemas.openxmlformats.org/officeDocument/2006/relationships/hyperlink" Target="https://www.mohfw.gov.in/" TargetMode="External"/><Relationship Id="rId6" Type="http://schemas.openxmlformats.org/officeDocument/2006/relationships/hyperlink" Target="https://www.mohfw.gov.in/pdf/Telemedicine.pdf" TargetMode="External"/><Relationship Id="rId7" Type="http://schemas.openxmlformats.org/officeDocument/2006/relationships/hyperlink" Target="https://nhsrcindia.org/" TargetMode="External"/><Relationship Id="rId8" Type="http://schemas.openxmlformats.org/officeDocument/2006/relationships/hyperlink" Target="https://drive.google.com/file/d/1DjNVllfmDO0dMCmqSco1yLzNUFJ_s1Ie/view?usp=drivesdk" TargetMode="External"/><Relationship Id="rId9" Type="http://schemas.openxmlformats.org/officeDocument/2006/relationships/hyperlink" Target="https://drive.google.com/file/d/13T6n8MtCcO78936hAwHKXWWar8z5qT0l/view?usp=drivesdk" TargetMode="External"/><Relationship Id="rId10" Type="http://schemas.openxmlformats.org/officeDocument/2006/relationships/hyperlink" Target="https://github.com/akshat9335/GoldenHour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inal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hanced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inal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inal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inal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hanced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06400" y="1346200"/>
            <a:ext cx="3302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06400" y="1562100"/>
            <a:ext cx="4127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406400" y="1790700"/>
            <a:ext cx="3429000" cy="2413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4"/>
          </p:cNvPr>
          <p:cNvSpPr/>
          <p:nvPr/>
        </p:nvSpPr>
        <p:spPr>
          <a:xfrm>
            <a:off x="406400" y="2425700"/>
            <a:ext cx="2794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6"/>
          </p:cNvPr>
          <p:cNvSpPr/>
          <p:nvPr/>
        </p:nvSpPr>
        <p:spPr>
          <a:xfrm>
            <a:off x="406400" y="2641600"/>
            <a:ext cx="2286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7"/>
          </p:cNvPr>
          <p:cNvSpPr/>
          <p:nvPr/>
        </p:nvSpPr>
        <p:spPr>
          <a:xfrm>
            <a:off x="406400" y="2857500"/>
            <a:ext cx="2984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8"/>
          </p:cNvPr>
          <p:cNvSpPr/>
          <p:nvPr/>
        </p:nvSpPr>
        <p:spPr>
          <a:xfrm>
            <a:off x="406400" y="3124200"/>
            <a:ext cx="5334000" cy="635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9"/>
          </p:cNvPr>
          <p:cNvSpPr/>
          <p:nvPr/>
        </p:nvSpPr>
        <p:spPr>
          <a:xfrm>
            <a:off x="406400" y="3797300"/>
            <a:ext cx="5334000" cy="635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0"/>
          </p:cNvPr>
          <p:cNvSpPr/>
          <p:nvPr/>
        </p:nvSpPr>
        <p:spPr>
          <a:xfrm>
            <a:off x="406400" y="4432300"/>
            <a:ext cx="4572000" cy="25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